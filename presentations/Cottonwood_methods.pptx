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3646-E263-B68B-BD86-5623EDBC6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72BB4-0AFD-81BE-3669-2E4916C95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C6F42-4B16-C3B6-7192-064C86AB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59CBD-3B7D-6FAF-A9A9-609FE3F99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7CE6D-9F92-830C-4317-4CF5E89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5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2EFA-82AB-12E2-DAA0-27846E60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00428-B953-55E5-FBEB-5A098277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A9D9C-180C-F387-C500-1EF2995D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7A8EA-9159-0551-D92D-E0CE8B58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3E14B-D88E-10D6-74BD-47BB1604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6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AF55-B34B-EE58-961C-0DDC4D14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943B3-7799-7CE4-2034-CE117F728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1DC03-4E06-11E2-E5DA-6CC708FB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1FD46-FD70-6904-8A76-DB36DD9F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38F26-C8A0-66B3-22FB-00C46EB9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2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6EDD-63DE-D45D-1A23-CBAE7BCC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82FD-9C9A-8437-67FB-0940F5D0D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3F732-08CD-1ACA-70A7-F774D80F0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6A278-7DB4-0A2A-87B4-EDF9A993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914F3-D4E5-552C-08AA-0755B48B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6D559-C114-EE73-916D-3D0167F4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09E8-8A99-A461-E623-00515759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B170F-1982-577A-84F5-1B2BAA26B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5EE1D-93E0-55EE-3451-0038CB6DC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BB884-BC1C-6C04-DC4E-8EA87A847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DB6F0-45EC-601B-B5C2-4EBF8CBF3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A57CEB-48E1-3262-1460-9C6C6DA85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24C10-340C-9A9B-A499-9471461B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28BBC-2147-1232-C608-B62E481A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1812-A0FA-6D1D-8142-4E88F2BC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EC5B3-7C33-9090-20F3-50D64CF3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21E10-B1FC-DBB1-A15B-6E359F1E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B9054-EF81-BB92-EA51-12BF4FA9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7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45DB4-2769-B79C-4FC0-C037C604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095A3-7A65-4A10-FEC6-300D485D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2E9F3-8AE3-EE7B-66AA-9F5A86B1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0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6552-FC18-2B7D-D824-90D819DEE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57DA3-23E9-30B0-9FB4-B914F7F88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67F09-FB98-544A-9539-E758AD0FF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480C1-CA18-DCF5-FCA7-A1990064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1B6DE-5D7B-3C71-9253-9B39EE5A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B7A05-F724-0B50-BCBE-B10C95AA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17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B65F-D68F-BFC3-C6E3-7BDD5C6A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FBD71-45F2-E3C6-52A7-414239312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B2D92-1D99-40EE-404D-E80F78364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359D7-1943-B7B1-AF50-C3EEC9B6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C6010-591D-6A9B-CDC0-D9AE4338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286FD-CF06-BDBB-0DA7-4A915901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8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5EB4-3ED0-9557-1566-AA03E46C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099EE-7C04-454D-9C98-3273D4A0F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B7EDA-0E85-F0F3-48E2-B46F025FD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7C89B-BDFE-C48B-F261-C8A5DA7D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27797-CAE9-F099-6F6C-0B0069A0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4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7AD0E-5780-9653-5428-475501D2C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AE319-F098-2882-64B8-2242ED0E6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F1C64-9828-F1D4-5493-F4A1EE0B9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56973-D31B-F08B-F981-E75D1C246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B105-405E-6048-ED89-B14CC38E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33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AF8C4-071E-DF1D-AA1C-2F571F1E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17FC4-7131-1948-BB4A-4E9E04054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3EB14-127A-2851-91F0-E6BC0D40B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7732C-6AC1-8046-A591-5926E85B085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2DBC-CCCE-72A0-0110-2C31F16F5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71290-47BB-1601-1F97-1A1868D8F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87BCE-914F-7A40-969B-1EBBD84D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5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0455-C516-50EB-EC05-DADE45884C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04DE1-B234-D4C1-75C9-3AB338CE6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3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Maxwell Cook</dc:creator>
  <cp:lastModifiedBy>Maxwell Cook</cp:lastModifiedBy>
  <cp:revision>1</cp:revision>
  <dcterms:created xsi:type="dcterms:W3CDTF">2026-09-11T19:12:29Z</dcterms:created>
  <dcterms:modified xsi:type="dcterms:W3CDTF">2026-09-11T19:12:59Z</dcterms:modified>
</cp:coreProperties>
</file>